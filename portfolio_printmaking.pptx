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61A11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325880"/>
            <a:ext cx="54864" cy="2377440"/>
          </a:xfrm>
          <a:prstGeom prst="rect">
            <a:avLst/>
          </a:prstGeom>
          <a:solidFill>
            <a:srgbClr val="8B3A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 · 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판화 &amp;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아티스트 북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374904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Printmaking &amp; Artist Books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작가 웹사이트 또는 연락처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 T I S T   S T A T E M E N 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"/>
            <a:ext cx="804672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777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작업에 대하여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14630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C9AA7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1188720" y="16002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저는 판화의 반복 가능성과 손의 흔적이 공존하는 지점에 관심을 두고 작업합니다. 에칭, 목판, 리소그래피를 아티스트 북이라는 형식 안에 담아, 인쇄와 책이라는 매체 고유의 시간성과 물질성을 탐구합니다.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i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각각의 판(版)은 하나의 기억이자 기록이며, 책은 그 기억들이 순서를 갖게 되는 공간입니다.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777240"/>
            <a:ext cx="2286000" cy="3383280"/>
          </a:xfrm>
          <a:prstGeom prst="rect">
            <a:avLst/>
          </a:prstGeom>
          <a:solidFill>
            <a:srgbClr val="EDE4D4"/>
          </a:solidFill>
          <a:ln w="12700">
            <a:solidFill>
              <a:srgbClr val="C9A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77724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 사진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또는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 작업 이미지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81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흔적과 반복 — Trace &amp; Iteration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 · 드라이포인트 · 2022–2023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  —  흔적과 반복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Trace #1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에칭, 판지에 인쇄  ·  2022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5/20  ·  30×40cm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Trace #2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드라이포인트, 핸드메이드 페이퍼  ·  2022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3/20  ·  30×40cm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01  —  흔적과 반복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658368"/>
            <a:ext cx="640080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658368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913632"/>
            <a:ext cx="640080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77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279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에칭 + 콜라그래프  ·  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1/10  ·  50×60cm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기억의 책 — Memory Book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 · 아티스트 북 · 2023–2024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02  —  기억의 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Book 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목판화, 핸드바운드 아티스트 북  ·  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1/5  ·  20×28cm, 32pp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Book 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목판화, 리소, 아티스트 북  · 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2/5  ·  20×28cm, 48pp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75104"/>
            <a:ext cx="8046720" cy="0"/>
          </a:xfrm>
          <a:prstGeom prst="line">
            <a:avLst/>
          </a:prstGeom>
          <a:noFill/>
          <a:ln w="9525">
            <a:solidFill>
              <a:srgbClr val="4A2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54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인쇄된 풍경 — Printed Landscape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리소그래피 · 실크스크린 · 2024–2025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 R I E S  03  —  인쇄된 풍경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Landscape in 2 Colors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리소그래피 2도  ·  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10/30  ·  42×59.4cm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solidFill>
            <a:srgbClr val="EDE4D4"/>
          </a:solidFill>
          <a:ln w="9525">
            <a:solidFill>
              <a:srgbClr val="C9A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583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작품 이미지 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13632"/>
            <a:ext cx="3931920" cy="0"/>
          </a:xfrm>
          <a:prstGeom prst="line">
            <a:avLst/>
          </a:prstGeom>
          <a:noFill/>
          <a:ln w="9525">
            <a:solidFill>
              <a:srgbClr val="7A6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Field Study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실크스크린, 핸드메이드 페이퍼  · 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Edition 5/15  ·  38×50cm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X H I B I T I O N   &amp;   C 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8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전시 이력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1115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개인전 《판(版)의 기억》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1353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갤러리 ○○, 서울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682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16824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단체전 《책의 물질》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1920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아트센터, 부산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249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22494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아트페어 참가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87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서울아트쇼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816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레지던시 성과전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창작공간, 서울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383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단체전 《흔적들》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갤러리, 서울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502920"/>
            <a:ext cx="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658368"/>
            <a:ext cx="0" cy="4096512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6583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학력 / 수상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00600" y="1115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115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홍익대학교 판화과 졸업 (B.F.A.)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682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판화 레지던시 입주작가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49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22494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미술상 수상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국제 판화 비엔날레 입선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383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○○ 아티스트 그랜트 수혜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864608"/>
            <a:ext cx="8138160" cy="0"/>
          </a:xfrm>
          <a:prstGeom prst="line">
            <a:avLst/>
          </a:prstGeom>
          <a:noFill/>
          <a:ln w="9525">
            <a:solidFill>
              <a:srgbClr val="C9AA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작가명  ·  판화 &amp; 아티스트 북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8288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82880"/>
            <a:ext cx="914" cy="164592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800600"/>
            <a:ext cx="155448" cy="914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4645152"/>
            <a:ext cx="914" cy="155448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0A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737360"/>
            <a:ext cx="457200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1874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DFAF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함께 이야기 나눠요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182112"/>
            <a:ext cx="4572000" cy="0"/>
          </a:xfrm>
          <a:prstGeom prst="line">
            <a:avLst/>
          </a:prstGeom>
          <a:noFill/>
          <a:ln w="9525">
            <a:solidFill>
              <a:srgbClr val="8B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artist@email.com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인스타그램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@artist_handle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웹사이트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www.artistwebsite.com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– Printmaking &amp; Artist Books</dc:title>
  <dc:subject>PptxGenJS Presentation</dc:subject>
  <dc:creator>작가명</dc:creator>
  <cp:lastModifiedBy>작가명</cp:lastModifiedBy>
  <cp:revision>1</cp:revision>
  <dcterms:created xsi:type="dcterms:W3CDTF">2026-06-24T08:04:07Z</dcterms:created>
  <dcterms:modified xsi:type="dcterms:W3CDTF">2026-06-24T08:04:07Z</dcterms:modified>
</cp:coreProperties>
</file>