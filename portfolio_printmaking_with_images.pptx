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33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414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261A11"/>
          </a:solidFill>
          <a:ln/>
        </p:spPr>
      </p:sp>
      <p:pic>
        <p:nvPicPr>
          <p:cNvPr id="17" name="Linked image - hero"/>
          <p:cNvPicPr>
            <a:picLocks noChangeAspect="1"/>
          </p:cNvPicPr>
          <p:nvPr/>
        </p:nvPicPr>
        <p:blipFill>
          <a:blip r:embed="rId3"/>
          <a:srcRect l="22792" r="22792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  <a:ln w="9525">
            <a:solidFill>
              <a:srgbClr val="C9AA7C"/>
            </a:solidFill>
          </a:ln>
        </p:spPr>
      </p:pic>
      <p:sp>
        <p:nvSpPr>
          <p:cNvPr id="11" name="Shape 9"/>
          <p:cNvSpPr/>
          <p:nvPr/>
        </p:nvSpPr>
        <p:spPr>
          <a:xfrm>
            <a:off x="502920" y="1325880"/>
            <a:ext cx="54864" cy="2377440"/>
          </a:xfrm>
          <a:prstGeom prst="rect">
            <a:avLst/>
          </a:prstGeom>
          <a:solidFill>
            <a:srgbClr val="8B3A2A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6949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kern="0" spc="500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900" kern="0" spc="500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 · 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118872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DFA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판화 &amp;</a:t>
            </a:r>
            <a:endParaRPr lang="en-US" sz="4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DFA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아티스트 북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4663440" y="3154680"/>
            <a:ext cx="374904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91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kern="0" spc="200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Printmaking &amp; Artist Books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4617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kern="0" spc="100" dirty="0" err="1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강진숙</a:t>
            </a:r>
            <a:r>
              <a:rPr lang="en-US" sz="900" kern="0" spc="1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작가 웹사이트 또는 연락처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 T I S T   S T A T E M E N 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621792"/>
            <a:ext cx="804672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77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작업에 대하여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14630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dirty="0">
                <a:solidFill>
                  <a:srgbClr val="C9AA7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</a:t>
            </a:r>
            <a:endParaRPr lang="en-US" sz="9600" dirty="0"/>
          </a:p>
        </p:txBody>
      </p:sp>
      <p:sp>
        <p:nvSpPr>
          <p:cNvPr id="14" name="Text 12"/>
          <p:cNvSpPr/>
          <p:nvPr/>
        </p:nvSpPr>
        <p:spPr>
          <a:xfrm>
            <a:off x="1188720" y="16002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5000"/>
              </a:lnSpc>
              <a:buNone/>
            </a:pPr>
            <a:r>
              <a:rPr lang="en-US" sz="1300" i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저는 판화의 반복 가능성과 손의 흔적이 공존하는 지점에 관심을 두고 작업합니다. 에칭, 목판, 리소그래피를 아티스트 북이라는 형식 안에 담아, 인쇄와 책이라는 매체 고유의 시간성과 물질성을 탐구합니다.</a:t>
            </a:r>
            <a:endParaRPr lang="en-US" sz="1300" dirty="0"/>
          </a:p>
          <a:p>
            <a:pPr marL="0" indent="0">
              <a:lnSpc>
                <a:spcPct val="165000"/>
              </a:lnSpc>
              <a:buNone/>
            </a:pPr>
            <a:endParaRPr lang="en-US" sz="13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300" i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각각의 판(版)은 하나의 기억이자 기록이며, 책은 그 기억들이 순서를 갖게 되는 공간입니다.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777240"/>
            <a:ext cx="2286000" cy="3383280"/>
          </a:xfrm>
          <a:prstGeom prst="rect">
            <a:avLst/>
          </a:prstGeom>
          <a:solidFill>
            <a:srgbClr val="EDE4D4"/>
          </a:solidFill>
          <a:ln w="12700">
            <a:solidFill>
              <a:srgbClr val="C9AA7C"/>
            </a:solidFill>
            <a:prstDash val="solid"/>
          </a:ln>
        </p:spPr>
      </p:sp>
      <p:pic>
        <p:nvPicPr>
          <p:cNvPr id="19" name="Linked image - hero"/>
          <p:cNvPicPr>
            <a:picLocks noChangeAspect="1"/>
          </p:cNvPicPr>
          <p:nvPr/>
        </p:nvPicPr>
        <p:blipFill>
          <a:blip r:embed="rId3"/>
          <a:srcRect l="27520" r="27520"/>
          <a:stretch>
            <a:fillRect/>
          </a:stretch>
        </p:blipFill>
        <p:spPr>
          <a:xfrm>
            <a:off x="6400800" y="777240"/>
            <a:ext cx="2286000" cy="3383280"/>
          </a:xfrm>
          <a:prstGeom prst="rect">
            <a:avLst/>
          </a:prstGeom>
          <a:ln w="9525">
            <a:solidFill>
              <a:srgbClr val="C9AA7C"/>
            </a:solidFill>
          </a:ln>
        </p:spPr>
      </p:pic>
      <p:sp>
        <p:nvSpPr>
          <p:cNvPr id="17" name="Shape 15"/>
          <p:cNvSpPr/>
          <p:nvPr/>
        </p:nvSpPr>
        <p:spPr>
          <a:xfrm>
            <a:off x="548640" y="4572000"/>
            <a:ext cx="804672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681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kern="0" spc="200" dirty="0" err="1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강진숙</a:t>
            </a:r>
            <a:r>
              <a:rPr lang="en-US" sz="800" kern="0" spc="2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판화 &amp; 아티스트 북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9525">
            <a:solidFill>
              <a:srgbClr val="8B3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75104"/>
            <a:ext cx="8046720" cy="0"/>
          </a:xfrm>
          <a:prstGeom prst="line">
            <a:avLst/>
          </a:prstGeom>
          <a:noFill/>
          <a:ln w="9525">
            <a:solidFill>
              <a:srgbClr val="4A2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54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E R I E S  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057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DFA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흔적과 반복 — Trace &amp; Iteration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kern="0" spc="100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에칭 · 드라이포인트 · 2022–2023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E R I E S  01  —  흔적과 반복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58368"/>
            <a:ext cx="3931920" cy="3200400"/>
          </a:xfrm>
          <a:prstGeom prst="rect">
            <a:avLst/>
          </a:prstGeom>
          <a:solidFill>
            <a:srgbClr val="EDE4D4"/>
          </a:solidFill>
          <a:ln w="9525">
            <a:solidFill>
              <a:srgbClr val="C9AA7C"/>
            </a:solidFill>
            <a:prstDash val="solid"/>
          </a:ln>
        </p:spPr>
      </p:sp>
      <p:pic>
        <p:nvPicPr>
          <p:cNvPr id="26" name="Linked image - trace1"/>
          <p:cNvPicPr>
            <a:picLocks noChangeAspect="1"/>
          </p:cNvPicPr>
          <p:nvPr/>
        </p:nvPicPr>
        <p:blipFill>
          <a:blip r:embed="rId3"/>
          <a:srcRect t="18892" b="18892"/>
          <a:stretch>
            <a:fillRect/>
          </a:stretch>
        </p:blipFill>
        <p:spPr>
          <a:xfrm>
            <a:off x="457200" y="658368"/>
            <a:ext cx="3931920" cy="3200400"/>
          </a:xfrm>
          <a:prstGeom prst="rect">
            <a:avLst/>
          </a:prstGeom>
          <a:ln w="9525">
            <a:solidFill>
              <a:srgbClr val="C9AA7C"/>
            </a:solidFill>
          </a:ln>
        </p:spPr>
      </p:pic>
      <p:sp>
        <p:nvSpPr>
          <p:cNvPr id="14" name="Shape 12"/>
          <p:cNvSpPr/>
          <p:nvPr/>
        </p:nvSpPr>
        <p:spPr>
          <a:xfrm>
            <a:off x="457200" y="3913632"/>
            <a:ext cx="3931920" cy="0"/>
          </a:xfrm>
          <a:prstGeom prst="line">
            <a:avLst/>
          </a:prstGeom>
          <a:noFill/>
          <a:ln w="9525">
            <a:solidFill>
              <a:srgbClr val="7A6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Trace #1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79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에칭, 판지에 인쇄  ·  2022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Edition 5/20  ·  30×40cm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658368"/>
            <a:ext cx="3931920" cy="3200400"/>
          </a:xfrm>
          <a:prstGeom prst="rect">
            <a:avLst/>
          </a:prstGeom>
          <a:solidFill>
            <a:srgbClr val="EDE4D4"/>
          </a:solidFill>
          <a:ln w="9525">
            <a:solidFill>
              <a:srgbClr val="C9AA7C"/>
            </a:solidFill>
            <a:prstDash val="solid"/>
          </a:ln>
        </p:spPr>
      </p:sp>
      <p:pic>
        <p:nvPicPr>
          <p:cNvPr id="27" name="Linked image - trace2"/>
          <p:cNvPicPr>
            <a:picLocks noChangeAspect="1"/>
          </p:cNvPicPr>
          <p:nvPr/>
        </p:nvPicPr>
        <p:blipFill>
          <a:blip r:embed="rId4"/>
          <a:srcRect t="15900" b="15900"/>
          <a:stretch>
            <a:fillRect/>
          </a:stretch>
        </p:blipFill>
        <p:spPr>
          <a:xfrm>
            <a:off x="4754880" y="658368"/>
            <a:ext cx="3931920" cy="3200400"/>
          </a:xfrm>
          <a:prstGeom prst="rect">
            <a:avLst/>
          </a:prstGeom>
          <a:ln w="9525">
            <a:solidFill>
              <a:srgbClr val="C9AA7C"/>
            </a:solidFill>
          </a:ln>
        </p:spPr>
      </p:pic>
      <p:sp>
        <p:nvSpPr>
          <p:cNvPr id="20" name="Shape 18"/>
          <p:cNvSpPr/>
          <p:nvPr/>
        </p:nvSpPr>
        <p:spPr>
          <a:xfrm>
            <a:off x="4754880" y="3913632"/>
            <a:ext cx="3931920" cy="0"/>
          </a:xfrm>
          <a:prstGeom prst="line">
            <a:avLst/>
          </a:prstGeom>
          <a:noFill/>
          <a:ln w="9525">
            <a:solidFill>
              <a:srgbClr val="7A6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Trace #2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4279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드라이포인트, 핸드메이드 페이퍼  ·  2022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Edition 3/20  ·  30×40cm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700" kern="0" spc="200" dirty="0" err="1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강진숙</a:t>
            </a:r>
            <a:r>
              <a:rPr lang="en-US" sz="700" kern="0" spc="2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판화 &amp; 아티스트 북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E R I E S  01  —  흔적과 반복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658368"/>
            <a:ext cx="6400800" cy="3200400"/>
          </a:xfrm>
          <a:prstGeom prst="rect">
            <a:avLst/>
          </a:prstGeom>
          <a:solidFill>
            <a:srgbClr val="EDE4D4"/>
          </a:solidFill>
          <a:ln w="9525">
            <a:solidFill>
              <a:srgbClr val="C9AA7C"/>
            </a:solidFill>
            <a:prstDash val="solid"/>
          </a:ln>
        </p:spPr>
      </p:sp>
      <p:pic>
        <p:nvPicPr>
          <p:cNvPr id="20" name="Linked image - iteration"/>
          <p:cNvPicPr>
            <a:picLocks noChangeAspect="1"/>
          </p:cNvPicPr>
          <p:nvPr/>
        </p:nvPicPr>
        <p:blipFill>
          <a:blip r:embed="rId3"/>
          <a:srcRect t="31602" b="31602"/>
          <a:stretch>
            <a:fillRect/>
          </a:stretch>
        </p:blipFill>
        <p:spPr>
          <a:xfrm>
            <a:off x="1371600" y="658368"/>
            <a:ext cx="6400800" cy="3200400"/>
          </a:xfrm>
          <a:prstGeom prst="rect">
            <a:avLst/>
          </a:prstGeom>
          <a:ln w="9525">
            <a:solidFill>
              <a:srgbClr val="C9AA7C"/>
            </a:solidFill>
          </a:ln>
        </p:spPr>
      </p:pic>
      <p:sp>
        <p:nvSpPr>
          <p:cNvPr id="14" name="Shape 12"/>
          <p:cNvSpPr/>
          <p:nvPr/>
        </p:nvSpPr>
        <p:spPr>
          <a:xfrm>
            <a:off x="1371600" y="3913632"/>
            <a:ext cx="6400800" cy="0"/>
          </a:xfrm>
          <a:prstGeom prst="line">
            <a:avLst/>
          </a:prstGeom>
          <a:noFill/>
          <a:ln w="9525">
            <a:solidFill>
              <a:srgbClr val="7A6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977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4279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에칭 + 콜라그래프  ·  2023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Edition 1/10  ·  50×60cm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700" kern="0" spc="200" dirty="0" err="1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강진숙</a:t>
            </a:r>
            <a:r>
              <a:rPr lang="en-US" sz="700" kern="0" spc="2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판화 &amp; 아티스트 북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9525">
            <a:solidFill>
              <a:srgbClr val="8B3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75104"/>
            <a:ext cx="8046720" cy="0"/>
          </a:xfrm>
          <a:prstGeom prst="line">
            <a:avLst/>
          </a:prstGeom>
          <a:noFill/>
          <a:ln w="9525">
            <a:solidFill>
              <a:srgbClr val="4A2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54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E R I E S  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057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DFA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기억의 책 — Memory Book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kern="0" spc="100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목판화 · 아티스트 북 · 2023–2024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E R I E S  02  —  기억의 책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58368"/>
            <a:ext cx="3931920" cy="3200400"/>
          </a:xfrm>
          <a:prstGeom prst="rect">
            <a:avLst/>
          </a:prstGeom>
          <a:solidFill>
            <a:srgbClr val="EDE4D4"/>
          </a:solidFill>
          <a:ln w="9525">
            <a:solidFill>
              <a:srgbClr val="C9AA7C"/>
            </a:solidFill>
            <a:prstDash val="solid"/>
          </a:ln>
        </p:spPr>
      </p:sp>
      <p:pic>
        <p:nvPicPr>
          <p:cNvPr id="26" name="Linked image - memory1"/>
          <p:cNvPicPr>
            <a:picLocks noChangeAspect="1"/>
          </p:cNvPicPr>
          <p:nvPr/>
        </p:nvPicPr>
        <p:blipFill>
          <a:blip r:embed="rId3"/>
          <a:srcRect t="17104" b="17104"/>
          <a:stretch>
            <a:fillRect/>
          </a:stretch>
        </p:blipFill>
        <p:spPr>
          <a:xfrm>
            <a:off x="457200" y="658368"/>
            <a:ext cx="3931920" cy="3200400"/>
          </a:xfrm>
          <a:prstGeom prst="rect">
            <a:avLst/>
          </a:prstGeom>
          <a:ln w="9525">
            <a:solidFill>
              <a:srgbClr val="C9AA7C"/>
            </a:solidFill>
          </a:ln>
        </p:spPr>
      </p:pic>
      <p:sp>
        <p:nvSpPr>
          <p:cNvPr id="14" name="Shape 12"/>
          <p:cNvSpPr/>
          <p:nvPr/>
        </p:nvSpPr>
        <p:spPr>
          <a:xfrm>
            <a:off x="457200" y="3913632"/>
            <a:ext cx="3931920" cy="0"/>
          </a:xfrm>
          <a:prstGeom prst="line">
            <a:avLst/>
          </a:prstGeom>
          <a:noFill/>
          <a:ln w="9525">
            <a:solidFill>
              <a:srgbClr val="7A6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Memory Book 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79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목판화, 핸드바운드 아티스트 북  ·  2023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Edition 1/5  ·  20×28cm, 32pp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658368"/>
            <a:ext cx="3931920" cy="3200400"/>
          </a:xfrm>
          <a:prstGeom prst="rect">
            <a:avLst/>
          </a:prstGeom>
          <a:solidFill>
            <a:srgbClr val="EDE4D4"/>
          </a:solidFill>
          <a:ln w="9525">
            <a:solidFill>
              <a:srgbClr val="C9AA7C"/>
            </a:solidFill>
            <a:prstDash val="solid"/>
          </a:ln>
        </p:spPr>
      </p:sp>
      <p:pic>
        <p:nvPicPr>
          <p:cNvPr id="27" name="Linked image - memory2"/>
          <p:cNvPicPr>
            <a:picLocks noChangeAspect="1"/>
          </p:cNvPicPr>
          <p:nvPr/>
        </p:nvPicPr>
        <p:blipFill>
          <a:blip r:embed="rId4"/>
          <a:srcRect l="1788" r="1788"/>
          <a:stretch>
            <a:fillRect/>
          </a:stretch>
        </p:blipFill>
        <p:spPr>
          <a:xfrm>
            <a:off x="4754880" y="658368"/>
            <a:ext cx="3931920" cy="3200400"/>
          </a:xfrm>
          <a:prstGeom prst="rect">
            <a:avLst/>
          </a:prstGeom>
          <a:ln w="9525">
            <a:solidFill>
              <a:srgbClr val="C9AA7C"/>
            </a:solidFill>
          </a:ln>
        </p:spPr>
      </p:pic>
      <p:sp>
        <p:nvSpPr>
          <p:cNvPr id="20" name="Shape 18"/>
          <p:cNvSpPr/>
          <p:nvPr/>
        </p:nvSpPr>
        <p:spPr>
          <a:xfrm>
            <a:off x="4754880" y="3913632"/>
            <a:ext cx="3931920" cy="0"/>
          </a:xfrm>
          <a:prstGeom prst="line">
            <a:avLst/>
          </a:prstGeom>
          <a:noFill/>
          <a:ln w="9525">
            <a:solidFill>
              <a:srgbClr val="7A6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Memory Book II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4279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목판화, 리소, 아티스트 북  ·  2024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Edition 2/5  ·  20×28cm, 48pp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700" kern="0" spc="200" dirty="0" err="1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강진숙</a:t>
            </a:r>
            <a:r>
              <a:rPr lang="en-US" sz="700" kern="0" spc="2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판화 &amp; 아티스트 북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9525">
            <a:solidFill>
              <a:srgbClr val="8B3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75104"/>
            <a:ext cx="8046720" cy="0"/>
          </a:xfrm>
          <a:prstGeom prst="line">
            <a:avLst/>
          </a:prstGeom>
          <a:noFill/>
          <a:ln w="9525">
            <a:solidFill>
              <a:srgbClr val="4A2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54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E R I E S  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057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DFA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인쇄된 풍경 — Printed Landscape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kern="0" spc="100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리소그래피 · 실크스크린 · 2024–2025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E R I E S  03  —  인쇄된 풍경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58368"/>
            <a:ext cx="3931920" cy="3200400"/>
          </a:xfrm>
          <a:prstGeom prst="rect">
            <a:avLst/>
          </a:prstGeom>
          <a:solidFill>
            <a:srgbClr val="EDE4D4"/>
          </a:solidFill>
          <a:ln w="9525">
            <a:solidFill>
              <a:srgbClr val="C9AA7C"/>
            </a:solidFill>
            <a:prstDash val="solid"/>
          </a:ln>
        </p:spPr>
      </p:sp>
      <p:pic>
        <p:nvPicPr>
          <p:cNvPr id="26" name="Linked image - landscape"/>
          <p:cNvPicPr>
            <a:picLocks noChangeAspect="1"/>
          </p:cNvPicPr>
          <p:nvPr/>
        </p:nvPicPr>
        <p:blipFill>
          <a:blip r:embed="rId3"/>
          <a:srcRect l="3929" r="3929"/>
          <a:stretch>
            <a:fillRect/>
          </a:stretch>
        </p:blipFill>
        <p:spPr>
          <a:xfrm>
            <a:off x="457200" y="658368"/>
            <a:ext cx="3931920" cy="3200400"/>
          </a:xfrm>
          <a:prstGeom prst="rect">
            <a:avLst/>
          </a:prstGeom>
          <a:ln w="9525">
            <a:solidFill>
              <a:srgbClr val="C9AA7C"/>
            </a:solidFill>
          </a:ln>
        </p:spPr>
      </p:pic>
      <p:sp>
        <p:nvSpPr>
          <p:cNvPr id="14" name="Shape 12"/>
          <p:cNvSpPr/>
          <p:nvPr/>
        </p:nvSpPr>
        <p:spPr>
          <a:xfrm>
            <a:off x="457200" y="3913632"/>
            <a:ext cx="3931920" cy="0"/>
          </a:xfrm>
          <a:prstGeom prst="line">
            <a:avLst/>
          </a:prstGeom>
          <a:noFill/>
          <a:ln w="9525">
            <a:solidFill>
              <a:srgbClr val="7A6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Landscape in 2 Colors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79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리소그래피 2도  ·  2024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Edition 10/30  ·  42×59.4cm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658368"/>
            <a:ext cx="3931920" cy="3200400"/>
          </a:xfrm>
          <a:prstGeom prst="rect">
            <a:avLst/>
          </a:prstGeom>
          <a:solidFill>
            <a:srgbClr val="EDE4D4"/>
          </a:solidFill>
          <a:ln w="9525">
            <a:solidFill>
              <a:srgbClr val="C9AA7C"/>
            </a:solidFill>
            <a:prstDash val="solid"/>
          </a:ln>
        </p:spPr>
      </p:sp>
      <p:pic>
        <p:nvPicPr>
          <p:cNvPr id="27" name="Linked image - field"/>
          <p:cNvPicPr>
            <a:picLocks noChangeAspect="1"/>
          </p:cNvPicPr>
          <p:nvPr/>
        </p:nvPicPr>
        <p:blipFill>
          <a:blip r:embed="rId4"/>
          <a:srcRect l="2147" r="2147"/>
          <a:stretch>
            <a:fillRect/>
          </a:stretch>
        </p:blipFill>
        <p:spPr>
          <a:xfrm>
            <a:off x="4754880" y="658368"/>
            <a:ext cx="3931920" cy="3200400"/>
          </a:xfrm>
          <a:prstGeom prst="rect">
            <a:avLst/>
          </a:prstGeom>
          <a:ln w="9525">
            <a:solidFill>
              <a:srgbClr val="C9AA7C"/>
            </a:solidFill>
          </a:ln>
        </p:spPr>
      </p:pic>
      <p:sp>
        <p:nvSpPr>
          <p:cNvPr id="20" name="Shape 18"/>
          <p:cNvSpPr/>
          <p:nvPr/>
        </p:nvSpPr>
        <p:spPr>
          <a:xfrm>
            <a:off x="4754880" y="3913632"/>
            <a:ext cx="3931920" cy="0"/>
          </a:xfrm>
          <a:prstGeom prst="line">
            <a:avLst/>
          </a:prstGeom>
          <a:noFill/>
          <a:ln w="9525">
            <a:solidFill>
              <a:srgbClr val="7A6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Field Study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4279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실크스크린, 핸드메이드 페이퍼  · 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Edition 5/15  ·  38×50cm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700" kern="0" spc="200" dirty="0" err="1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강진숙</a:t>
            </a:r>
            <a:r>
              <a:rPr lang="en-US" sz="700" kern="0" spc="2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판화 &amp; 아티스트 북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X H I B I T I O N   &amp;   C 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502920"/>
            <a:ext cx="813816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6583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전시 이력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11155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8720" y="11155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개인전 《판(版)의 기억》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13533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갤러리 ○○, 서울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16824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88720" y="16824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단체전 《책의 물질》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19202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○○ 아트센터, 부산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24942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88720" y="22494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아트페어 참가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24871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서울아트쇼 2024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28163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28163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레지던시 성과전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0540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○○ 창작공간, 서울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3383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88720" y="3383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단체전 《흔적들》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36210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○○ 갤러리, 서울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80560" y="502920"/>
            <a:ext cx="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658368"/>
            <a:ext cx="0" cy="409651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65836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학력 / 수상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00600" y="11155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11155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홍익대학교 판화과 졸업 (B.F.A.)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16824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0" y="1682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○○ 판화 레지던시 입주작가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224942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0" y="22494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○○ 미술상 수상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28163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0" y="2816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국제 판화 비엔날레 입선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3383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○○ 아티스트 그랜트 수혜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4864608"/>
            <a:ext cx="813816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9194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700" kern="0" spc="200" dirty="0" err="1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강진숙</a:t>
            </a:r>
            <a:r>
              <a:rPr lang="en-US" sz="700" kern="0" spc="2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판화 &amp; 아티스트 북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0A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1737360"/>
            <a:ext cx="4572000" cy="0"/>
          </a:xfrm>
          <a:prstGeom prst="line">
            <a:avLst/>
          </a:prstGeom>
          <a:noFill/>
          <a:ln w="9525">
            <a:solidFill>
              <a:srgbClr val="8B3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1874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DFA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함께 이야기 나눠요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0" y="2697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kern="0" spc="200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3182112"/>
            <a:ext cx="4572000" cy="0"/>
          </a:xfrm>
          <a:prstGeom prst="line">
            <a:avLst/>
          </a:prstGeom>
          <a:noFill/>
          <a:ln w="9525">
            <a:solidFill>
              <a:srgbClr val="8B3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3401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이메일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3401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kkjinsuk89@gmail.com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인스타그램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https://blog.naver.com/karton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4096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웹사이트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4096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https://karton89.github.io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442</Words>
  <Application>Microsoft Office PowerPoint</Application>
  <PresentationFormat>화면 슬라이드 쇼(16:9)</PresentationFormat>
  <Paragraphs>98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Arial</vt:lpstr>
      <vt:lpstr>Bookman Old Style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– Printmaking &amp; Artist Books</dc:title>
  <dc:subject>PptxGenJS Presentation</dc:subject>
  <dc:creator>작가명</dc:creator>
  <cp:lastModifiedBy>j jk</cp:lastModifiedBy>
  <cp:revision>3</cp:revision>
  <dcterms:created xsi:type="dcterms:W3CDTF">2026-06-24T08:04:07Z</dcterms:created>
  <dcterms:modified xsi:type="dcterms:W3CDTF">2026-06-24T11:33:44Z</dcterms:modified>
</cp:coreProperties>
</file>